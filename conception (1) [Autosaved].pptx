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6" r:id="rId1"/>
  </p:sldMasterIdLst>
  <p:notesMasterIdLst>
    <p:notesMasterId r:id="rId11"/>
  </p:notesMasterIdLst>
  <p:sldIdLst>
    <p:sldId id="258" r:id="rId2"/>
    <p:sldId id="260" r:id="rId3"/>
    <p:sldId id="261" r:id="rId4"/>
    <p:sldId id="340" r:id="rId5"/>
    <p:sldId id="346" r:id="rId6"/>
    <p:sldId id="343" r:id="rId7"/>
    <p:sldId id="341" r:id="rId8"/>
    <p:sldId id="348" r:id="rId9"/>
    <p:sldId id="291" r:id="rId10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elhsan balti" initials="bb" lastIdx="2" clrIdx="0">
    <p:extLst>
      <p:ext uri="{19B8F6BF-5375-455C-9EA6-DF929625EA0E}">
        <p15:presenceInfo xmlns:p15="http://schemas.microsoft.com/office/powerpoint/2012/main" userId="800cb201391c648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0069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Style moye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576" autoAdjust="0"/>
  </p:normalViewPr>
  <p:slideViewPr>
    <p:cSldViewPr>
      <p:cViewPr varScale="1">
        <p:scale>
          <a:sx n="85" d="100"/>
          <a:sy n="85" d="100"/>
        </p:scale>
        <p:origin x="1406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14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B9C0EB-D50C-440E-8818-E4AC58E533CC}" type="datetimeFigureOut">
              <a:rPr lang="fr-FR" smtClean="0"/>
              <a:pPr/>
              <a:t>18/06/2022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42E84A-05BC-4D90-B098-33DCA5AE6DDA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8409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9314" y="596019"/>
            <a:ext cx="7510506" cy="3213982"/>
          </a:xfrm>
        </p:spPr>
        <p:txBody>
          <a:bodyPr anchor="b">
            <a:normAutofit/>
          </a:bodyPr>
          <a:lstStyle>
            <a:lvl1pPr algn="ctr">
              <a:defRPr sz="40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9314" y="3886200"/>
            <a:ext cx="7510506" cy="2219108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1F1E8-D136-4CA5-B7FC-4BD2C08AE806}" type="datetime1">
              <a:rPr lang="fr-FR" smtClean="0"/>
              <a:pPr/>
              <a:t>18/06/2022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C11D5-61A4-4E6F-8102-85D8432CD327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8030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35788-DC66-4B85-9F26-E041EE833A91}" type="datetime1">
              <a:rPr lang="fr-FR" smtClean="0"/>
              <a:pPr/>
              <a:t>18/06/2022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C11D5-61A4-4E6F-8102-85D8432CD327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7192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314" y="3270698"/>
            <a:ext cx="7510506" cy="1823305"/>
          </a:xfrm>
        </p:spPr>
        <p:txBody>
          <a:bodyPr anchor="b">
            <a:normAutofit/>
          </a:bodyPr>
          <a:lstStyle>
            <a:lvl1pPr algn="r">
              <a:defRPr sz="28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314" y="5103810"/>
            <a:ext cx="7510506" cy="99825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80960-5285-42A3-887A-7C20174756DF}" type="datetime1">
              <a:rPr lang="fr-FR" smtClean="0"/>
              <a:pPr/>
              <a:t>18/06/2022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C11D5-61A4-4E6F-8102-85D8432CD327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1467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347" y="2060898"/>
            <a:ext cx="3685073" cy="4031331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2060898"/>
            <a:ext cx="3689239" cy="403133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C5D75-3C27-4B9E-B8CD-70C522711F33}" type="datetime1">
              <a:rPr lang="fr-FR" smtClean="0"/>
              <a:pPr/>
              <a:t>18/06/2022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C11D5-61A4-4E6F-8102-85D8432CD327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4582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6306" y="2060898"/>
            <a:ext cx="3397113" cy="733596"/>
          </a:xfrm>
        </p:spPr>
        <p:txBody>
          <a:bodyPr anchor="b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8347" y="2786027"/>
            <a:ext cx="3685073" cy="3316033"/>
          </a:xfrm>
        </p:spPr>
        <p:txBody>
          <a:bodyPr anchor="t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0150" y="2060898"/>
            <a:ext cx="3419670" cy="725129"/>
          </a:xfrm>
        </p:spPr>
        <p:txBody>
          <a:bodyPr anchor="b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65" y="2786027"/>
            <a:ext cx="3701520" cy="3316033"/>
          </a:xfrm>
        </p:spPr>
        <p:txBody>
          <a:bodyPr anchor="t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232C3-5C79-4995-85FB-BEAC11FFB7D4}" type="datetime1">
              <a:rPr lang="fr-FR" smtClean="0"/>
              <a:pPr/>
              <a:t>18/06/2022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C11D5-61A4-4E6F-8102-85D8432CD327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0471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A9F06-09FC-4E03-A941-85E5C94F07B0}" type="datetime1">
              <a:rPr lang="fr-FR" smtClean="0"/>
              <a:pPr/>
              <a:t>18/06/2022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C11D5-61A4-4E6F-8102-85D8432CD327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1005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5E284-1776-4729-96BB-668D81C44BA8}" type="datetime1">
              <a:rPr lang="fr-FR" smtClean="0"/>
              <a:pPr/>
              <a:t>18/06/2022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C11D5-61A4-4E6F-8102-85D8432CD327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2162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1754928"/>
            <a:ext cx="2729523" cy="1371600"/>
          </a:xfrm>
        </p:spPr>
        <p:txBody>
          <a:bodyPr anchor="b">
            <a:normAutofit/>
          </a:bodyPr>
          <a:lstStyle>
            <a:lvl1pPr algn="l">
              <a:defRPr sz="22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8856" y="596018"/>
            <a:ext cx="4500964" cy="5506041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347" y="3126528"/>
            <a:ext cx="2729523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B3506-B0F4-4620-A939-1435DCB56283}" type="datetime1">
              <a:rPr lang="fr-FR" smtClean="0"/>
              <a:pPr/>
              <a:t>18/06/2022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C11D5-61A4-4E6F-8102-85D8432CD327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4976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1898269"/>
            <a:ext cx="4423803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15442" y="-18288"/>
            <a:ext cx="2500062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7318" y="3269869"/>
            <a:ext cx="4423803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23649" y="6181344"/>
            <a:ext cx="718502" cy="365125"/>
          </a:xfrm>
        </p:spPr>
        <p:txBody>
          <a:bodyPr/>
          <a:lstStyle/>
          <a:p>
            <a:fld id="{443570B3-02F5-49D5-BBFD-7AB103C5F576}" type="datetime1">
              <a:rPr lang="fr-FR" smtClean="0"/>
              <a:pPr/>
              <a:t>18/06/2022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18348" y="6181344"/>
            <a:ext cx="3705300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24262" y="6181344"/>
            <a:ext cx="305186" cy="329250"/>
          </a:xfrm>
        </p:spPr>
        <p:txBody>
          <a:bodyPr/>
          <a:lstStyle/>
          <a:p>
            <a:fld id="{D45C11D5-61A4-4E6F-8102-85D8432CD327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1857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677" y="4377485"/>
            <a:ext cx="7413007" cy="907505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7678" y="996188"/>
            <a:ext cx="7301427" cy="298112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677" y="5284990"/>
            <a:ext cx="7413007" cy="81707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BBA3A-3083-4900-A1F0-F0B4E6D346B6}" type="datetime1">
              <a:rPr lang="fr-FR" smtClean="0"/>
              <a:pPr/>
              <a:t>18/06/2022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7678" y="6181344"/>
            <a:ext cx="5337278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C11D5-61A4-4E6F-8102-85D8432CD327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9586169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4" cy="3137782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343400"/>
            <a:ext cx="7511474" cy="175866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BBA3A-3083-4900-A1F0-F0B4E6D346B6}" type="datetime1">
              <a:rPr lang="fr-FR" smtClean="0"/>
              <a:pPr/>
              <a:t>18/06/2022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C11D5-61A4-4E6F-8102-85D8432CD327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0299183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83818" y="86027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8822" y="29859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942" y="596018"/>
            <a:ext cx="6974115" cy="3044079"/>
          </a:xfrm>
        </p:spPr>
        <p:txBody>
          <a:bodyPr anchor="ctr">
            <a:normAutofit/>
          </a:bodyPr>
          <a:lstStyle>
            <a:lvl1pPr algn="l">
              <a:defRPr sz="28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56436" y="3650606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641206"/>
            <a:ext cx="7511473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BBA3A-3083-4900-A1F0-F0B4E6D346B6}" type="datetime1">
              <a:rPr lang="fr-FR" smtClean="0"/>
              <a:pPr/>
              <a:t>18/06/2022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C11D5-61A4-4E6F-8102-85D8432CD327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7161958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3603566"/>
            <a:ext cx="7512338" cy="14688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015" y="5072366"/>
            <a:ext cx="7512339" cy="102969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BBA3A-3083-4900-A1F0-F0B4E6D346B6}" type="datetime1">
              <a:rPr lang="fr-FR" smtClean="0"/>
              <a:pPr/>
              <a:t>18/06/2022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C11D5-61A4-4E6F-8102-85D8432CD327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8357543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583818" y="75385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7556" y="287949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942" y="596018"/>
            <a:ext cx="6974115" cy="2844369"/>
          </a:xfrm>
        </p:spPr>
        <p:txBody>
          <a:bodyPr anchor="ctr">
            <a:normAutofit/>
          </a:bodyPr>
          <a:lstStyle>
            <a:lvl1pPr algn="l">
              <a:defRPr sz="28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8347" y="3886200"/>
            <a:ext cx="7512338" cy="105366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939862"/>
            <a:ext cx="7512338" cy="1162198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BBA3A-3083-4900-A1F0-F0B4E6D346B6}" type="datetime1">
              <a:rPr lang="fr-FR" smtClean="0"/>
              <a:pPr/>
              <a:t>18/06/2022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C11D5-61A4-4E6F-8102-85D8432CD327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1757608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6" y="596018"/>
            <a:ext cx="7511473" cy="275678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8346" y="3682941"/>
            <a:ext cx="7511473" cy="104928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732224"/>
            <a:ext cx="7511472" cy="1369836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BBA3A-3083-4900-A1F0-F0B4E6D346B6}" type="datetime1">
              <a:rPr lang="fr-FR" smtClean="0"/>
              <a:pPr/>
              <a:t>18/06/2022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C11D5-61A4-4E6F-8102-85D8432CD327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4703670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3" cy="131248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1FBDD-26AF-49F1-A6C3-529641E936E8}" type="datetime1">
              <a:rPr lang="fr-FR" smtClean="0"/>
              <a:pPr/>
              <a:t>18/06/2022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C11D5-61A4-4E6F-8102-85D8432CD327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47853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1708" y="596018"/>
            <a:ext cx="1778112" cy="5506042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8347" y="596018"/>
            <a:ext cx="5624137" cy="5506042"/>
          </a:xfrm>
        </p:spPr>
        <p:txBody>
          <a:bodyPr vert="eaVert" anchor="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C6A57-E16F-4EA2-82E4-DDA23454823A}" type="datetime1">
              <a:rPr lang="fr-FR" smtClean="0"/>
              <a:pPr/>
              <a:t>18/06/2022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C11D5-61A4-4E6F-8102-85D8432CD327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6852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3" cy="1312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8" y="2060898"/>
            <a:ext cx="7511472" cy="4041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51708" y="6178260"/>
            <a:ext cx="12874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649BBA3A-3083-4900-A1F0-F0B4E6D346B6}" type="datetime1">
              <a:rPr lang="fr-FR" smtClean="0"/>
              <a:pPr/>
              <a:t>18/06/2022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8347" y="6178260"/>
            <a:ext cx="56241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7202" y="617826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45C11D5-61A4-4E6F-8102-85D8432CD327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26745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  <p:sldLayoutId id="2147483922" r:id="rId16"/>
    <p:sldLayoutId id="2147483923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608317" y="1581472"/>
            <a:ext cx="7883366" cy="1440160"/>
          </a:xfrm>
        </p:spPr>
        <p:txBody>
          <a:bodyPr>
            <a:noAutofit/>
          </a:bodyPr>
          <a:lstStyle/>
          <a:p>
            <a:r>
              <a:rPr lang="fr-FR" sz="48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Ecommerce</a:t>
            </a:r>
            <a:r>
              <a:rPr lang="fr-FR" sz="48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fr-FR" sz="48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website</a:t>
            </a:r>
            <a:endParaRPr lang="en-US" sz="4800" b="1" i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1547664" y="620688"/>
            <a:ext cx="6192688" cy="76944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fr-FR" sz="4400" b="1" dirty="0">
                <a:latin typeface="Calibri" panose="020F0502020204030204" pitchFamily="34" charset="0"/>
                <a:cs typeface="Calibri" panose="020F0502020204030204" pitchFamily="34" charset="0"/>
              </a:rPr>
              <a:t>Setting a MERN </a:t>
            </a:r>
            <a:r>
              <a:rPr lang="fr-FR" sz="4400" b="1" dirty="0" err="1">
                <a:latin typeface="Calibri" panose="020F0502020204030204" pitchFamily="34" charset="0"/>
                <a:cs typeface="Calibri" panose="020F0502020204030204" pitchFamily="34" charset="0"/>
              </a:rPr>
              <a:t>app</a:t>
            </a:r>
            <a:r>
              <a:rPr lang="fr-FR" sz="4400" b="1" dirty="0">
                <a:latin typeface="Calibri" panose="020F0502020204030204" pitchFamily="34" charset="0"/>
                <a:cs typeface="Calibri" panose="020F0502020204030204" pitchFamily="34" charset="0"/>
              </a:rPr>
              <a:t> :  </a:t>
            </a: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2866435" y="4982106"/>
            <a:ext cx="3367129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sz="4400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Chedly</a:t>
            </a:r>
            <a:endParaRPr lang="fr-FR" sz="4400" dirty="0">
              <a:solidFill>
                <a:schemeClr val="accent1">
                  <a:lumMod val="20000"/>
                  <a:lumOff val="8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ct val="0"/>
              </a:spcBef>
            </a:pPr>
            <a:r>
              <a:rPr lang="fr-FR" sz="4400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Balty</a:t>
            </a:r>
            <a:endParaRPr lang="fr-FR" sz="4400" dirty="0">
              <a:solidFill>
                <a:schemeClr val="accent1">
                  <a:lumMod val="20000"/>
                  <a:lumOff val="8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Rectangle 13"/>
          <p:cNvSpPr>
            <a:spLocks noChangeArrowheads="1"/>
          </p:cNvSpPr>
          <p:nvPr/>
        </p:nvSpPr>
        <p:spPr bwMode="auto">
          <a:xfrm>
            <a:off x="5868144" y="4653136"/>
            <a:ext cx="273630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l">
              <a:spcBef>
                <a:spcPct val="0"/>
              </a:spcBef>
              <a:buFontTx/>
              <a:buNone/>
            </a:pPr>
            <a:endParaRPr lang="fr-FR" sz="800" i="1" dirty="0">
              <a:solidFill>
                <a:srgbClr val="B923AE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6" name="Picture 4" descr="What is React JS? | Ironhack Blo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12" t="15562" r="11761" b="14222"/>
          <a:stretch/>
        </p:blipFill>
        <p:spPr bwMode="auto">
          <a:xfrm>
            <a:off x="2123727" y="2780927"/>
            <a:ext cx="5040561" cy="201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1475656" y="444955"/>
            <a:ext cx="5834410" cy="839787"/>
          </a:xfrm>
          <a:prstGeom prst="rect">
            <a:avLst/>
          </a:prstGeom>
        </p:spPr>
        <p:txBody>
          <a:bodyPr/>
          <a:lstStyle>
            <a:lvl1pPr marL="320040" indent="-320040" algn="r" defTabSz="914400" rtl="0" eaLnBrk="1" latinLnBrk="0" hangingPunct="1">
              <a:spcBef>
                <a:spcPct val="0"/>
              </a:spcBef>
              <a:buClr>
                <a:schemeClr val="accent6">
                  <a:lumMod val="75000"/>
                </a:schemeClr>
              </a:buClr>
              <a:buSzPct val="128000"/>
              <a:buFont typeface="Georgia" pitchFamily="18" charset="0"/>
              <a:buChar char="*"/>
              <a:defRPr sz="4600" b="1" i="0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algn="ctr">
              <a:buNone/>
            </a:pPr>
            <a:r>
              <a:rPr lang="fr-FR" sz="48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48" name="Espace réservé du numéro de diapositive 4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C11D5-61A4-4E6F-8102-85D8432CD327}" type="slidenum">
              <a:rPr lang="fr-FR" smtClean="0">
                <a:solidFill>
                  <a:schemeClr val="tx1"/>
                </a:solidFill>
              </a:rPr>
              <a:pPr/>
              <a:t>2</a:t>
            </a:fld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0" name="Flèche droite 19"/>
          <p:cNvSpPr/>
          <p:nvPr/>
        </p:nvSpPr>
        <p:spPr>
          <a:xfrm>
            <a:off x="251520" y="5445224"/>
            <a:ext cx="576064" cy="216024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 20"/>
          <p:cNvSpPr/>
          <p:nvPr/>
        </p:nvSpPr>
        <p:spPr>
          <a:xfrm>
            <a:off x="949865" y="5291626"/>
            <a:ext cx="747456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b="1" dirty="0">
                <a:solidFill>
                  <a:srgbClr val="00B0F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Let first </a:t>
            </a:r>
            <a:r>
              <a:rPr lang="fr-FR" sz="2800" b="1" dirty="0" err="1">
                <a:solidFill>
                  <a:srgbClr val="00B0F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discuss</a:t>
            </a:r>
            <a:r>
              <a:rPr lang="fr-FR" sz="2800" b="1" dirty="0">
                <a:solidFill>
                  <a:srgbClr val="00B0F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the topic of </a:t>
            </a:r>
            <a:r>
              <a:rPr lang="fr-FR" sz="2800" b="1" dirty="0" err="1">
                <a:solidFill>
                  <a:srgbClr val="00B0F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this</a:t>
            </a:r>
            <a:r>
              <a:rPr lang="fr-FR" sz="2800" b="1" dirty="0">
                <a:solidFill>
                  <a:srgbClr val="00B0F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fr-FR" sz="2800" b="1" dirty="0" err="1">
                <a:solidFill>
                  <a:srgbClr val="00B0F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project</a:t>
            </a:r>
            <a:endParaRPr lang="fr-FR" sz="2800" dirty="0">
              <a:solidFill>
                <a:srgbClr val="00B0F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7564" y="1430881"/>
            <a:ext cx="7776864" cy="952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ahoma" pitchFamily="34" charset="0"/>
                <a:ea typeface="Tahoma" pitchFamily="34" charset="0"/>
                <a:cs typeface="Tahoma" pitchFamily="34" charset="0"/>
              </a:rPr>
              <a:t>Well the idea is to design an ecommerce website and put some products.</a:t>
            </a:r>
            <a:endParaRPr lang="fr-FR" sz="20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52A07F5-E376-4484-8C3B-6C22FF6168C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3" y="133748"/>
            <a:ext cx="622414" cy="6224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490720" y="787297"/>
            <a:ext cx="8353562" cy="6093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/>
              <a:t>A social networking site is an online platform that allows users to create a public profile and interact with other users. Social networking sites usually allow a new user to share, like and comment their and each other posts. </a:t>
            </a:r>
          </a:p>
          <a:p>
            <a:pPr algn="just">
              <a:lnSpc>
                <a:spcPct val="150000"/>
              </a:lnSpc>
            </a:pPr>
            <a:endParaRPr lang="en-US" sz="2400" b="1" dirty="0"/>
          </a:p>
          <a:p>
            <a:pPr algn="just">
              <a:lnSpc>
                <a:spcPct val="150000"/>
              </a:lnSpc>
            </a:pPr>
            <a:endParaRPr lang="en-US" sz="2400" b="1" dirty="0"/>
          </a:p>
          <a:p>
            <a:pPr algn="just">
              <a:lnSpc>
                <a:spcPct val="150000"/>
              </a:lnSpc>
            </a:pPr>
            <a:endParaRPr lang="en-US" sz="2400" b="1" dirty="0"/>
          </a:p>
          <a:p>
            <a:pPr algn="just">
              <a:lnSpc>
                <a:spcPct val="150000"/>
              </a:lnSpc>
            </a:pPr>
            <a:r>
              <a:rPr lang="en-US" sz="2400" b="1" dirty="0"/>
              <a:t>The actors and the use cases for this app are summarized in the following table:</a:t>
            </a:r>
            <a:endParaRPr lang="fr-FR" sz="2400" b="1" dirty="0"/>
          </a:p>
          <a:p>
            <a:pPr algn="just">
              <a:lnSpc>
                <a:spcPct val="150000"/>
              </a:lnSpc>
            </a:pPr>
            <a:endParaRPr lang="fr-FR" sz="2000" b="1" dirty="0">
              <a:solidFill>
                <a:srgbClr val="00B050"/>
              </a:solidFill>
              <a:latin typeface="Aharoni" panose="02010803020104030203" pitchFamily="2" charset="-79"/>
              <a:ea typeface="Tahoma" pitchFamily="34" charset="0"/>
              <a:cs typeface="Aharoni" panose="02010803020104030203" pitchFamily="2" charset="-79"/>
            </a:endParaRPr>
          </a:p>
        </p:txBody>
      </p:sp>
      <p:sp>
        <p:nvSpPr>
          <p:cNvPr id="11" name="Espace réservé du numéro de diapositive 4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C11D5-61A4-4E6F-8102-85D8432CD327}" type="slidenum">
              <a:rPr lang="fr-FR" smtClean="0">
                <a:solidFill>
                  <a:schemeClr val="tx1"/>
                </a:solidFill>
              </a:rPr>
              <a:pPr/>
              <a:t>3</a:t>
            </a:fld>
            <a:endParaRPr lang="fr-FR" dirty="0">
              <a:solidFill>
                <a:schemeClr val="tx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999D668-08FB-44B5-A1F0-6BBF857E4F7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3" y="133748"/>
            <a:ext cx="622414" cy="622414"/>
          </a:xfrm>
          <a:prstGeom prst="rect">
            <a:avLst/>
          </a:prstGeom>
        </p:spPr>
      </p:pic>
      <p:pic>
        <p:nvPicPr>
          <p:cNvPr id="1026" name="Picture 2" descr="Social media, social networking, and social networks: Definitions &amp;amp;amp;  approaches | by Jen Kienzle | Mediu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1156" y="3140968"/>
            <a:ext cx="2712690" cy="2124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1259632" y="0"/>
            <a:ext cx="6624736" cy="839787"/>
          </a:xfrm>
          <a:prstGeom prst="rect">
            <a:avLst/>
          </a:prstGeom>
        </p:spPr>
        <p:txBody>
          <a:bodyPr/>
          <a:lstStyle>
            <a:lvl1pPr marL="320040" indent="-320040" algn="r" defTabSz="914400" rtl="0" eaLnBrk="1" latinLnBrk="0" hangingPunct="1">
              <a:spcBef>
                <a:spcPct val="0"/>
              </a:spcBef>
              <a:buClr>
                <a:schemeClr val="accent6">
                  <a:lumMod val="75000"/>
                </a:schemeClr>
              </a:buClr>
              <a:buSzPct val="128000"/>
              <a:buFont typeface="Georgia" pitchFamily="18" charset="0"/>
              <a:buChar char="*"/>
              <a:defRPr sz="4600" b="1" i="0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algn="ctr">
              <a:buNone/>
            </a:pPr>
            <a:r>
              <a:rPr lang="fr-FR" sz="40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use Case Diagram </a:t>
            </a:r>
            <a:r>
              <a:rPr lang="fr-FR" sz="4000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study</a:t>
            </a:r>
            <a:endParaRPr lang="fr-FR" sz="4000" dirty="0">
              <a:solidFill>
                <a:schemeClr val="accent1">
                  <a:lumMod val="20000"/>
                  <a:lumOff val="8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C11D5-61A4-4E6F-8102-85D8432CD327}" type="slidenum">
              <a:rPr lang="fr-FR" smtClean="0">
                <a:solidFill>
                  <a:schemeClr val="tx1"/>
                </a:solidFill>
              </a:rPr>
              <a:pPr/>
              <a:t>4</a:t>
            </a:fld>
            <a:endParaRPr lang="fr-FR" dirty="0">
              <a:solidFill>
                <a:schemeClr val="tx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41290C3-3AD0-4EB9-890C-FFF88589FCD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3" y="133748"/>
            <a:ext cx="622414" cy="622414"/>
          </a:xfrm>
          <a:prstGeom prst="rect">
            <a:avLst/>
          </a:prstGeom>
        </p:spPr>
      </p:pic>
      <p:graphicFrame>
        <p:nvGraphicFramePr>
          <p:cNvPr id="2" name="Tableau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3171334"/>
              </p:ext>
            </p:extLst>
          </p:nvPr>
        </p:nvGraphicFramePr>
        <p:xfrm>
          <a:off x="1524000" y="1988840"/>
          <a:ext cx="6096000" cy="184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3028">
                <a:tc>
                  <a:txBody>
                    <a:bodyPr/>
                    <a:lstStyle/>
                    <a:p>
                      <a:pPr algn="ctr"/>
                      <a:r>
                        <a:rPr lang="fr-FR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Use CASE</a:t>
                      </a:r>
                      <a:endParaRPr lang="fr-FR" sz="18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ACTOR</a:t>
                      </a:r>
                      <a:endParaRPr lang="fr-FR" sz="18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320">
                <a:tc>
                  <a:txBody>
                    <a:bodyPr/>
                    <a:lstStyle/>
                    <a:p>
                      <a:r>
                        <a:rPr lang="fr-FR" sz="18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Update</a:t>
                      </a:r>
                      <a:r>
                        <a:rPr lang="fr-FR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fr-FR" sz="1800" b="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product</a:t>
                      </a:r>
                      <a:endParaRPr lang="fr-FR" sz="18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User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8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Remove</a:t>
                      </a:r>
                      <a:r>
                        <a:rPr lang="fr-FR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fr-FR" sz="18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product</a:t>
                      </a:r>
                      <a:endParaRPr lang="fr-FR" sz="18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User</a:t>
                      </a:r>
                      <a:endParaRPr lang="fr-FR" sz="18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8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Add</a:t>
                      </a:r>
                      <a:r>
                        <a:rPr lang="fr-FR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Product</a:t>
                      </a:r>
                      <a:endParaRPr lang="fr-FR" sz="18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User</a:t>
                      </a:r>
                      <a:endParaRPr lang="fr-FR" sz="18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sz="18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8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0622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C11D5-61A4-4E6F-8102-85D8432CD327}" type="slidenum">
              <a:rPr lang="fr-FR" smtClean="0">
                <a:solidFill>
                  <a:schemeClr val="tx1"/>
                </a:solidFill>
              </a:rPr>
              <a:pPr/>
              <a:t>5</a:t>
            </a:fld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57FDDD-D07E-4A08-B3A1-793B0BA02123}"/>
              </a:ext>
            </a:extLst>
          </p:cNvPr>
          <p:cNvSpPr txBox="1"/>
          <p:nvPr/>
        </p:nvSpPr>
        <p:spPr>
          <a:xfrm>
            <a:off x="755576" y="1622378"/>
            <a:ext cx="669674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USER</a:t>
            </a:r>
          </a:p>
          <a:p>
            <a:endParaRPr lang="fr-FR" sz="36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User can update product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User can delete or edit product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User can create a product</a:t>
            </a:r>
          </a:p>
          <a:p>
            <a:endParaRPr lang="fr-FR" sz="3600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DFBF268-909E-42D9-8BA7-7F7A501802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3" y="133748"/>
            <a:ext cx="622414" cy="622414"/>
          </a:xfrm>
          <a:prstGeom prst="rect">
            <a:avLst/>
          </a:prstGeom>
        </p:spPr>
      </p:pic>
      <p:sp>
        <p:nvSpPr>
          <p:cNvPr id="15" name="Rectangle 2"/>
          <p:cNvSpPr txBox="1">
            <a:spLocks noChangeArrowheads="1"/>
          </p:cNvSpPr>
          <p:nvPr/>
        </p:nvSpPr>
        <p:spPr>
          <a:xfrm>
            <a:off x="1259632" y="0"/>
            <a:ext cx="6624736" cy="839787"/>
          </a:xfrm>
          <a:prstGeom prst="rect">
            <a:avLst/>
          </a:prstGeom>
        </p:spPr>
        <p:txBody>
          <a:bodyPr/>
          <a:lstStyle>
            <a:lvl1pPr marL="320040" indent="-320040" algn="r" defTabSz="914400" rtl="0" eaLnBrk="1" latinLnBrk="0" hangingPunct="1">
              <a:spcBef>
                <a:spcPct val="0"/>
              </a:spcBef>
              <a:buClr>
                <a:schemeClr val="accent6">
                  <a:lumMod val="75000"/>
                </a:schemeClr>
              </a:buClr>
              <a:buSzPct val="128000"/>
              <a:buFont typeface="Georgia" pitchFamily="18" charset="0"/>
              <a:buChar char="*"/>
              <a:defRPr sz="4600" b="1" i="0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algn="ctr">
              <a:buNone/>
            </a:pPr>
            <a:r>
              <a:rPr lang="fr-FR" sz="40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use Case Diagram </a:t>
            </a:r>
            <a:r>
              <a:rPr lang="fr-FR" sz="4000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study</a:t>
            </a:r>
            <a:endParaRPr lang="fr-FR" sz="4000" dirty="0">
              <a:solidFill>
                <a:schemeClr val="accent1">
                  <a:lumMod val="20000"/>
                  <a:lumOff val="8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4461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1259632" y="0"/>
            <a:ext cx="6624736" cy="839787"/>
          </a:xfrm>
          <a:prstGeom prst="rect">
            <a:avLst/>
          </a:prstGeom>
        </p:spPr>
        <p:txBody>
          <a:bodyPr/>
          <a:lstStyle>
            <a:lvl1pPr marL="320040" indent="-320040" algn="r" defTabSz="914400" rtl="0" eaLnBrk="1" latinLnBrk="0" hangingPunct="1">
              <a:spcBef>
                <a:spcPct val="0"/>
              </a:spcBef>
              <a:buClr>
                <a:schemeClr val="accent6">
                  <a:lumMod val="75000"/>
                </a:schemeClr>
              </a:buClr>
              <a:buSzPct val="128000"/>
              <a:buFont typeface="Georgia" pitchFamily="18" charset="0"/>
              <a:buChar char="*"/>
              <a:defRPr sz="4600" b="1" i="0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algn="ctr">
              <a:buNone/>
            </a:pPr>
            <a:endParaRPr lang="fr-FR" sz="4000" dirty="0">
              <a:solidFill>
                <a:srgbClr val="0000CC"/>
              </a:solidFill>
              <a:latin typeface="Monotype Corsiva" pitchFamily="66" charset="0"/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C11D5-61A4-4E6F-8102-85D8432CD327}" type="slidenum">
              <a:rPr lang="fr-FR" smtClean="0">
                <a:solidFill>
                  <a:schemeClr val="tx1"/>
                </a:solidFill>
              </a:rPr>
              <a:pPr/>
              <a:t>6</a:t>
            </a:fld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2" name="Line 22"/>
          <p:cNvSpPr>
            <a:spLocks noChangeShapeType="1"/>
          </p:cNvSpPr>
          <p:nvPr/>
        </p:nvSpPr>
        <p:spPr bwMode="auto">
          <a:xfrm flipV="1">
            <a:off x="179512" y="782591"/>
            <a:ext cx="8712968" cy="1"/>
          </a:xfrm>
          <a:prstGeom prst="line">
            <a:avLst/>
          </a:prstGeom>
          <a:noFill/>
          <a:ln w="76200" cmpd="tri">
            <a:solidFill>
              <a:srgbClr val="0070C0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F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757863" y="1268760"/>
            <a:ext cx="5052209" cy="3994770"/>
          </a:xfrm>
          <a:prstGeom prst="rect">
            <a:avLst/>
          </a:prstGeom>
          <a:noFill/>
          <a:ln>
            <a:solidFill>
              <a:srgbClr val="00206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454E326-3F53-BD83-95AE-C53C4A96DC99}"/>
              </a:ext>
            </a:extLst>
          </p:cNvPr>
          <p:cNvSpPr txBox="1"/>
          <p:nvPr/>
        </p:nvSpPr>
        <p:spPr>
          <a:xfrm>
            <a:off x="5558118" y="2160494"/>
            <a:ext cx="886090" cy="413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4233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C11D5-61A4-4E6F-8102-85D8432CD327}" type="slidenum">
              <a:rPr lang="fr-FR" smtClean="0">
                <a:solidFill>
                  <a:schemeClr val="tx1"/>
                </a:solidFill>
              </a:rPr>
              <a:pPr/>
              <a:t>7</a:t>
            </a:fld>
            <a:endParaRPr lang="fr-FR" dirty="0">
              <a:solidFill>
                <a:schemeClr val="tx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9F4ED9A-CFB9-4837-BBDD-C6D6C1028B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3" y="133748"/>
            <a:ext cx="622414" cy="622414"/>
          </a:xfrm>
          <a:prstGeom prst="rect">
            <a:avLst/>
          </a:prstGeom>
        </p:spPr>
      </p:pic>
      <p:pic>
        <p:nvPicPr>
          <p:cNvPr id="3074" name="Picture 2" descr="https://i.gyazo.com/20ecd28d6c94c7d27d30064b949686fb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928" y="980728"/>
            <a:ext cx="7298464" cy="4824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1366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611560" y="9080"/>
            <a:ext cx="7128792" cy="839787"/>
          </a:xfrm>
          <a:prstGeom prst="rect">
            <a:avLst/>
          </a:prstGeom>
        </p:spPr>
        <p:txBody>
          <a:bodyPr/>
          <a:lstStyle>
            <a:lvl1pPr marL="320040" indent="-320040" algn="r" defTabSz="914400" rtl="0" eaLnBrk="1" latinLnBrk="0" hangingPunct="1">
              <a:spcBef>
                <a:spcPct val="0"/>
              </a:spcBef>
              <a:buClr>
                <a:schemeClr val="accent6">
                  <a:lumMod val="75000"/>
                </a:schemeClr>
              </a:buClr>
              <a:buSzPct val="128000"/>
              <a:buFont typeface="Georgia" pitchFamily="18" charset="0"/>
              <a:buChar char="*"/>
              <a:defRPr sz="4600" b="1" i="0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>
              <a:buNone/>
            </a:pPr>
            <a:r>
              <a:rPr lang="fr-FR" sz="4000" dirty="0">
                <a:latin typeface="Tahoma" pitchFamily="34" charset="0"/>
                <a:cs typeface="Tahoma" pitchFamily="34" charset="0"/>
              </a:rPr>
              <a:t>The Class Diagram </a:t>
            </a:r>
            <a:r>
              <a:rPr lang="fr-FR" sz="4000" dirty="0" err="1">
                <a:latin typeface="Tahoma" pitchFamily="34" charset="0"/>
                <a:cs typeface="Tahoma" pitchFamily="34" charset="0"/>
              </a:rPr>
              <a:t>Study</a:t>
            </a:r>
            <a:endParaRPr lang="fr-FR" sz="40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C11D5-61A4-4E6F-8102-85D8432CD327}" type="slidenum">
              <a:rPr lang="fr-FR" smtClean="0">
                <a:solidFill>
                  <a:schemeClr val="tx1"/>
                </a:solidFill>
              </a:rPr>
              <a:pPr/>
              <a:t>8</a:t>
            </a:fld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EEF95-7548-4D8D-96AF-03B3DF8851FB}"/>
              </a:ext>
            </a:extLst>
          </p:cNvPr>
          <p:cNvSpPr txBox="1"/>
          <p:nvPr/>
        </p:nvSpPr>
        <p:spPr>
          <a:xfrm>
            <a:off x="755576" y="2564904"/>
            <a:ext cx="78488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Tx/>
              <a:buChar char="-"/>
            </a:pPr>
            <a:r>
              <a:rPr lang="en-US" sz="2400" b="1" dirty="0"/>
              <a:t>Users will be able to post and interact with each other in my app</a:t>
            </a:r>
            <a:endParaRPr lang="fr-FR" sz="2400" b="1" dirty="0"/>
          </a:p>
        </p:txBody>
      </p:sp>
    </p:spTree>
    <p:extLst>
      <p:ext uri="{BB962C8B-B14F-4D97-AF65-F5344CB8AC3E}">
        <p14:creationId xmlns:p14="http://schemas.microsoft.com/office/powerpoint/2010/main" val="1372368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C11D5-61A4-4E6F-8102-85D8432CD327}" type="slidenum">
              <a:rPr lang="fr-FR" smtClean="0">
                <a:solidFill>
                  <a:schemeClr val="tx1"/>
                </a:solidFill>
              </a:rPr>
              <a:pPr/>
              <a:t>9</a:t>
            </a:fld>
            <a:endParaRPr lang="fr-FR">
              <a:solidFill>
                <a:schemeClr val="tx1"/>
              </a:solidFill>
            </a:endParaRPr>
          </a:p>
        </p:txBody>
      </p:sp>
      <p:pic>
        <p:nvPicPr>
          <p:cNvPr id="2050" name="Picture 2" descr="Thank You Page Slid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937130"/>
            <a:ext cx="8100392" cy="4940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llage">
  <a:themeElements>
    <a:clrScheme name="Maillage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aillag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aillag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3531</TotalTime>
  <Words>154</Words>
  <Application>Microsoft Office PowerPoint</Application>
  <PresentationFormat>On-screen Show (4:3)</PresentationFormat>
  <Paragraphs>37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Aharoni</vt:lpstr>
      <vt:lpstr>Arial</vt:lpstr>
      <vt:lpstr>Calibri</vt:lpstr>
      <vt:lpstr>Century Gothic</vt:lpstr>
      <vt:lpstr>Georgia</vt:lpstr>
      <vt:lpstr>Monotype Corsiva</vt:lpstr>
      <vt:lpstr>Tahoma</vt:lpstr>
      <vt:lpstr>Times New Roman</vt:lpstr>
      <vt:lpstr>Wingdings</vt:lpstr>
      <vt:lpstr>Maillage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hafsi</dc:creator>
  <cp:lastModifiedBy>belhsan balti</cp:lastModifiedBy>
  <cp:revision>358</cp:revision>
  <dcterms:created xsi:type="dcterms:W3CDTF">2011-05-31T23:50:54Z</dcterms:created>
  <dcterms:modified xsi:type="dcterms:W3CDTF">2022-06-18T19:19:10Z</dcterms:modified>
</cp:coreProperties>
</file>